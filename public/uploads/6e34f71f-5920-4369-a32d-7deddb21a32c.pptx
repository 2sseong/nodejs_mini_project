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neonly" initials="o" lastIdx="1" clrIdx="0">
    <p:extLst>
      <p:ext uri="{19B8F6BF-5375-455C-9EA6-DF929625EA0E}">
        <p15:presenceInfo xmlns:p15="http://schemas.microsoft.com/office/powerpoint/2012/main" userId="oneonl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E11EB-665C-4DF3-A74B-D6446CE33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B06FA6-FE74-463C-8CB8-F7963E20F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633421-95A3-4B1C-8C8D-B4662BE7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8D3AE6-AB84-44B9-83CE-AE6B7A2D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221713-2DBD-4C7A-8C76-7B9B9837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63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C2816-A165-45F9-8931-326C13208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430C9C-6CAA-4648-9A1B-3CCDDFFFF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CA191F-5A22-4CAF-A0E5-05D9C5E8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2A12B8-A297-4977-B7AB-062A399F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212122-D043-44E8-B606-DC953466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71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C55941-6F1E-4413-80B5-865791868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BEE460-EAD4-492B-B94E-BF9669C72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41699B-B4F9-43C6-8E86-19E23ECDE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C565CC-CA3A-4479-8BCB-EE00A46AC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D3E4F1-CE68-4B75-973D-C4F19460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652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B26E9-4FAA-4923-9AAF-11001FDEC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A128C-B9BF-4DCB-8638-6EEB18072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ACE16D-22C6-4BD6-8ABB-EA87BD786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14197D-A651-41ED-8369-E30A0E21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2386A5-D538-4A34-B630-4E882D08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6D0F62-6A0A-4313-AB48-8DCD043D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76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3A6D2-B18B-4851-ABEF-0560C4FA3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0CA824-A11D-48C1-9772-A1E47985A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FAF7B5-DDF5-46B7-B8A1-6D156CC81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10286E-BF25-444C-BC63-FA5ABD7C4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EF2584-ED61-4EEF-97D1-0CB2429CA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F39965-6A19-4636-91F2-89FF7A2AB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F17070-7FAE-48B8-AD19-59793C81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CB1433-D533-42B9-94FE-65F064B6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5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48452-59D5-42DC-B8C1-6A8B3C80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502D17-96B1-423D-B9C5-3B6229D84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EFEB86-BE71-46E9-A753-A6390856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4C3E86-2D0E-462C-8E48-A1B280FD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17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837F0-D804-4C6A-A4AD-A593613B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52170E-FC4A-43C5-B891-A8884F00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1B8D9F-B9FC-4204-A49D-440CFBEC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5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B312B-FC4D-476B-BA03-09A95CC77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DF4654-1673-4A94-ACAC-9A42BC7D3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972D63-2880-4655-BBA7-47582397B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8A84D0-A58B-4665-9EC1-522B6474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0EEF6A-7FAE-4B75-9925-AAEB9E4BA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8D7B35-3DDC-4F0D-B532-A65D474A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35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B8869-EC68-42F0-9B28-DD62B399D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D88562-ADCE-4DD4-933E-3FE9F1F58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9DA29C-F24A-4FEA-9D30-F52D8AB09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42BEF2-41AF-4462-B12D-7E082A71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6305C4-053C-484D-8C47-D271BC76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D68514-1579-4A30-A60D-C11C0A76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79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A0595-009E-4846-962E-08737B5B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E57A66-C1D2-4C64-B654-D3AD8F1B6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1A3B7D-5436-4C69-A143-985DD879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E2CFDF-1C12-40B4-9D90-675B8B603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0102E2-BD90-4A7D-8B47-17DB2BCAA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840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3976F-E25A-4E19-B16C-BD8CA65AC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7F4205-E58F-4E3E-BF78-A69EEDD79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81C2F8-1B71-4413-85F1-1F22E1EBD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CA76C2-F973-40A2-B568-54EFED0D3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F74E07-72A5-4DB7-81B8-4E4485993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20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9A5A43-15B2-40F1-A3B8-9F80A5B1E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8E53CB-027F-40D5-9357-D86CB6969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08C17-49D0-4424-87F6-1DEA28B12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8F3DB-5686-442C-AD6E-492BC95E9800}" type="datetimeFigureOut">
              <a:rPr lang="ko-KR" altLang="en-US" smtClean="0"/>
              <a:t>2025-01-28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E2E817-79AF-4F1F-BAD7-0A1615236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339B2E-3497-4ACC-9D36-3324DDC5A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27F84-0765-4795-8E08-054C8EF25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54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5AE1AF2-2DF3-43C8-81B1-ABA45CA59B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758" r="58017" b="39327"/>
          <a:stretch/>
        </p:blipFill>
        <p:spPr>
          <a:xfrm>
            <a:off x="293855" y="4269994"/>
            <a:ext cx="4276556" cy="13170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E2108D7-A8E8-495F-ABD9-B285B879F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973" y="4251301"/>
            <a:ext cx="2926011" cy="22202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AE6D9C9-B5CA-4E67-839F-723BBAE34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037" y="3053115"/>
            <a:ext cx="3442108" cy="34184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19BBC2-D01B-435C-AEE4-8404897F651A}"/>
              </a:ext>
            </a:extLst>
          </p:cNvPr>
          <p:cNvSpPr txBox="1"/>
          <p:nvPr/>
        </p:nvSpPr>
        <p:spPr>
          <a:xfrm>
            <a:off x="226504" y="217756"/>
            <a:ext cx="11123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NX Manager</a:t>
            </a:r>
            <a:r>
              <a:rPr lang="ko-KR" altLang="en-US" b="1" dirty="0">
                <a:solidFill>
                  <a:srgbClr val="0000FF"/>
                </a:solidFill>
              </a:rPr>
              <a:t>모드에서 </a:t>
            </a:r>
            <a:r>
              <a:rPr lang="en-US" altLang="ko-KR" b="1" dirty="0" err="1">
                <a:solidFill>
                  <a:srgbClr val="0000FF"/>
                </a:solidFill>
              </a:rPr>
              <a:t>SaveAs</a:t>
            </a:r>
            <a:r>
              <a:rPr lang="ko-KR" altLang="en-US" b="1" dirty="0">
                <a:solidFill>
                  <a:srgbClr val="0000FF"/>
                </a:solidFill>
              </a:rPr>
              <a:t>시 원본 파트 </a:t>
            </a:r>
            <a:r>
              <a:rPr lang="ko-KR" altLang="en-US" b="1" dirty="0" err="1">
                <a:solidFill>
                  <a:srgbClr val="0000FF"/>
                </a:solidFill>
              </a:rPr>
              <a:t>리비젼의</a:t>
            </a:r>
            <a:r>
              <a:rPr lang="ko-KR" altLang="en-US" b="1" dirty="0">
                <a:solidFill>
                  <a:srgbClr val="0000FF"/>
                </a:solidFill>
              </a:rPr>
              <a:t> 프로젝트 리스트가 변경되는 현상 </a:t>
            </a:r>
            <a:r>
              <a:rPr lang="en-US" altLang="ko-KR" b="1" dirty="0">
                <a:solidFill>
                  <a:srgbClr val="0000FF"/>
                </a:solidFill>
              </a:rPr>
              <a:t>TEST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A06691-7266-46FA-BC49-6E556BF08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053" y="743923"/>
            <a:ext cx="1892942" cy="22589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F18C18-97E4-48BC-BFF6-0ACA81F616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855" y="743923"/>
            <a:ext cx="5494550" cy="329923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EBA6229-697A-4B0B-BBF4-01DA7A24B4C2}"/>
              </a:ext>
            </a:extLst>
          </p:cNvPr>
          <p:cNvSpPr/>
          <p:nvPr/>
        </p:nvSpPr>
        <p:spPr>
          <a:xfrm>
            <a:off x="5981350" y="1245244"/>
            <a:ext cx="1333850" cy="16043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1026A2-6391-4411-B3EA-BEF8BDF8EC77}"/>
              </a:ext>
            </a:extLst>
          </p:cNvPr>
          <p:cNvSpPr/>
          <p:nvPr/>
        </p:nvSpPr>
        <p:spPr>
          <a:xfrm>
            <a:off x="5289502" y="3353585"/>
            <a:ext cx="193858" cy="218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407CA39-4784-4DC1-8693-4FA3EE7E564D}"/>
              </a:ext>
            </a:extLst>
          </p:cNvPr>
          <p:cNvCxnSpPr>
            <a:stCxn id="10" idx="0"/>
          </p:cNvCxnSpPr>
          <p:nvPr/>
        </p:nvCxnSpPr>
        <p:spPr>
          <a:xfrm flipV="1">
            <a:off x="5386431" y="1405678"/>
            <a:ext cx="813033" cy="1947907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47E5B74-600F-4B95-91C9-ABA40C2DF054}"/>
              </a:ext>
            </a:extLst>
          </p:cNvPr>
          <p:cNvSpPr txBox="1"/>
          <p:nvPr/>
        </p:nvSpPr>
        <p:spPr>
          <a:xfrm>
            <a:off x="293855" y="2192475"/>
            <a:ext cx="4622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NX Manager</a:t>
            </a:r>
            <a:r>
              <a:rPr lang="ko-KR" altLang="en-US" b="1" dirty="0"/>
              <a:t>모드에서 신규 </a:t>
            </a:r>
            <a:r>
              <a:rPr lang="en-US" altLang="ko-KR" b="1" dirty="0"/>
              <a:t>Part</a:t>
            </a:r>
            <a:r>
              <a:rPr lang="ko-KR" altLang="en-US" b="1" dirty="0"/>
              <a:t>생성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D356A-F2C6-4019-9394-D1FF4CBF8AE0}"/>
              </a:ext>
            </a:extLst>
          </p:cNvPr>
          <p:cNvSpPr txBox="1"/>
          <p:nvPr/>
        </p:nvSpPr>
        <p:spPr>
          <a:xfrm>
            <a:off x="293855" y="5657128"/>
            <a:ext cx="4809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2. Teamcenter</a:t>
            </a:r>
            <a:r>
              <a:rPr lang="ko-KR" altLang="en-US" b="1" dirty="0"/>
              <a:t>에서 </a:t>
            </a:r>
            <a:r>
              <a:rPr lang="en-US" altLang="ko-KR" b="1" dirty="0"/>
              <a:t>Item</a:t>
            </a:r>
            <a:r>
              <a:rPr lang="ko-KR" altLang="en-US" b="1" dirty="0"/>
              <a:t>과 </a:t>
            </a:r>
            <a:r>
              <a:rPr lang="en-US" altLang="ko-KR" b="1" dirty="0"/>
              <a:t>Item Revision</a:t>
            </a:r>
            <a:r>
              <a:rPr lang="ko-KR" altLang="en-US" b="1" dirty="0"/>
              <a:t>의</a:t>
            </a:r>
            <a:endParaRPr lang="en-US" altLang="ko-KR" b="1" dirty="0"/>
          </a:p>
          <a:p>
            <a:r>
              <a:rPr lang="en-US" altLang="ko-KR" b="1" dirty="0"/>
              <a:t>    </a:t>
            </a:r>
            <a:r>
              <a:rPr lang="ko-KR" altLang="en-US" b="1" dirty="0"/>
              <a:t>프로젝트 할당 내용 확인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1FC98-432B-4868-A552-097F0CB106F7}"/>
              </a:ext>
            </a:extLst>
          </p:cNvPr>
          <p:cNvSpPr txBox="1"/>
          <p:nvPr/>
        </p:nvSpPr>
        <p:spPr>
          <a:xfrm>
            <a:off x="5635535" y="5685243"/>
            <a:ext cx="2135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Item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의 프로젝트 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Lists</a:t>
            </a:r>
            <a:endParaRPr lang="ko-KR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CA79F5-B87B-4CFF-887B-A977BCF41BDD}"/>
              </a:ext>
            </a:extLst>
          </p:cNvPr>
          <p:cNvSpPr txBox="1"/>
          <p:nvPr/>
        </p:nvSpPr>
        <p:spPr>
          <a:xfrm>
            <a:off x="9009776" y="4454563"/>
            <a:ext cx="2753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Item Revision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의 프로젝트 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Lists</a:t>
            </a:r>
            <a:endParaRPr lang="ko-KR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C56C4D-EE60-437D-B60B-C7D9C41DC3EB}"/>
              </a:ext>
            </a:extLst>
          </p:cNvPr>
          <p:cNvGrpSpPr/>
          <p:nvPr/>
        </p:nvGrpSpPr>
        <p:grpSpPr>
          <a:xfrm>
            <a:off x="0" y="587088"/>
            <a:ext cx="12192000" cy="56026"/>
            <a:chOff x="0" y="587088"/>
            <a:chExt cx="12192000" cy="56026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1608A92-06C1-4B00-A3CE-FC0E49EF5DCB}"/>
                </a:ext>
              </a:extLst>
            </p:cNvPr>
            <p:cNvCxnSpPr/>
            <p:nvPr/>
          </p:nvCxnSpPr>
          <p:spPr>
            <a:xfrm>
              <a:off x="0" y="587088"/>
              <a:ext cx="121920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4B5252F4-7959-4C7E-805B-AA0077DAFE22}"/>
                </a:ext>
              </a:extLst>
            </p:cNvPr>
            <p:cNvCxnSpPr/>
            <p:nvPr/>
          </p:nvCxnSpPr>
          <p:spPr>
            <a:xfrm>
              <a:off x="0" y="643114"/>
              <a:ext cx="12192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1388956-2670-46D4-A132-FC21735E5646}"/>
              </a:ext>
            </a:extLst>
          </p:cNvPr>
          <p:cNvSpPr/>
          <p:nvPr/>
        </p:nvSpPr>
        <p:spPr>
          <a:xfrm>
            <a:off x="5429075" y="5075950"/>
            <a:ext cx="1808968" cy="22554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7939D54-AF7E-4956-8284-F716F8821103}"/>
              </a:ext>
            </a:extLst>
          </p:cNvPr>
          <p:cNvSpPr/>
          <p:nvPr/>
        </p:nvSpPr>
        <p:spPr>
          <a:xfrm>
            <a:off x="8875396" y="4229022"/>
            <a:ext cx="1808968" cy="22554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591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5FB2D288-B772-4564-A76A-93702D81F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973" y="4251301"/>
            <a:ext cx="2926010" cy="22202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B6867CE-A35F-4B44-A2CF-FCDF10FDE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12" y="3013964"/>
            <a:ext cx="3312255" cy="3289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19BBC2-D01B-435C-AEE4-8404897F651A}"/>
              </a:ext>
            </a:extLst>
          </p:cNvPr>
          <p:cNvSpPr txBox="1"/>
          <p:nvPr/>
        </p:nvSpPr>
        <p:spPr>
          <a:xfrm>
            <a:off x="226504" y="217756"/>
            <a:ext cx="11123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NX Manager</a:t>
            </a:r>
            <a:r>
              <a:rPr lang="ko-KR" altLang="en-US" b="1" dirty="0">
                <a:solidFill>
                  <a:srgbClr val="0000FF"/>
                </a:solidFill>
              </a:rPr>
              <a:t>모드에서 </a:t>
            </a:r>
            <a:r>
              <a:rPr lang="en-US" altLang="ko-KR" b="1" dirty="0" err="1">
                <a:solidFill>
                  <a:srgbClr val="0000FF"/>
                </a:solidFill>
              </a:rPr>
              <a:t>SaveAs</a:t>
            </a:r>
            <a:r>
              <a:rPr lang="ko-KR" altLang="en-US" b="1" dirty="0">
                <a:solidFill>
                  <a:srgbClr val="0000FF"/>
                </a:solidFill>
              </a:rPr>
              <a:t>시 원본 파트 </a:t>
            </a:r>
            <a:r>
              <a:rPr lang="ko-KR" altLang="en-US" b="1" dirty="0" err="1">
                <a:solidFill>
                  <a:srgbClr val="0000FF"/>
                </a:solidFill>
              </a:rPr>
              <a:t>리비젼의</a:t>
            </a:r>
            <a:r>
              <a:rPr lang="ko-KR" altLang="en-US" b="1" dirty="0">
                <a:solidFill>
                  <a:srgbClr val="0000FF"/>
                </a:solidFill>
              </a:rPr>
              <a:t> 프로젝트 리스트가 변경되는 현상 </a:t>
            </a:r>
            <a:r>
              <a:rPr lang="en-US" altLang="ko-KR" b="1" dirty="0">
                <a:solidFill>
                  <a:srgbClr val="0000FF"/>
                </a:solidFill>
              </a:rPr>
              <a:t>TEST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D356A-F2C6-4019-9394-D1FF4CBF8AE0}"/>
              </a:ext>
            </a:extLst>
          </p:cNvPr>
          <p:cNvSpPr txBox="1"/>
          <p:nvPr/>
        </p:nvSpPr>
        <p:spPr>
          <a:xfrm>
            <a:off x="293855" y="5657128"/>
            <a:ext cx="4809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 Teamcenter</a:t>
            </a:r>
            <a:r>
              <a:rPr lang="ko-KR" altLang="en-US" b="1" dirty="0"/>
              <a:t>에서 </a:t>
            </a:r>
            <a:r>
              <a:rPr lang="en-US" altLang="ko-KR" b="1" dirty="0"/>
              <a:t>Item</a:t>
            </a:r>
            <a:r>
              <a:rPr lang="ko-KR" altLang="en-US" b="1" dirty="0"/>
              <a:t>과 </a:t>
            </a:r>
            <a:r>
              <a:rPr lang="en-US" altLang="ko-KR" b="1" dirty="0"/>
              <a:t>Item Revision</a:t>
            </a:r>
            <a:r>
              <a:rPr lang="ko-KR" altLang="en-US" b="1" dirty="0"/>
              <a:t>의</a:t>
            </a:r>
            <a:endParaRPr lang="en-US" altLang="ko-KR" b="1" dirty="0"/>
          </a:p>
          <a:p>
            <a:r>
              <a:rPr lang="en-US" altLang="ko-KR" b="1" dirty="0"/>
              <a:t>    </a:t>
            </a:r>
            <a:r>
              <a:rPr lang="ko-KR" altLang="en-US" b="1" dirty="0"/>
              <a:t>프로젝트 할당 내용 확인</a:t>
            </a:r>
            <a:br>
              <a:rPr lang="en-US" altLang="ko-KR" b="1" dirty="0"/>
            </a:br>
            <a:r>
              <a:rPr lang="en-US" altLang="ko-KR" b="1" dirty="0"/>
              <a:t>   (Save</a:t>
            </a:r>
            <a:r>
              <a:rPr lang="ko-KR" altLang="en-US" b="1" dirty="0"/>
              <a:t> </a:t>
            </a:r>
            <a:r>
              <a:rPr lang="en-US" altLang="ko-KR" b="1" dirty="0"/>
              <a:t>As </a:t>
            </a:r>
            <a:r>
              <a:rPr lang="ko-KR" altLang="en-US" b="1" dirty="0"/>
              <a:t>된 </a:t>
            </a:r>
            <a:r>
              <a:rPr lang="en-US" altLang="ko-KR" b="1" dirty="0"/>
              <a:t>Item)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1FC98-432B-4868-A552-097F0CB106F7}"/>
              </a:ext>
            </a:extLst>
          </p:cNvPr>
          <p:cNvSpPr txBox="1"/>
          <p:nvPr/>
        </p:nvSpPr>
        <p:spPr>
          <a:xfrm>
            <a:off x="5660177" y="5349351"/>
            <a:ext cx="2135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Item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의 프로젝트 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Lists</a:t>
            </a:r>
            <a:endParaRPr lang="ko-KR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CA79F5-B87B-4CFF-887B-A977BCF41BDD}"/>
              </a:ext>
            </a:extLst>
          </p:cNvPr>
          <p:cNvSpPr txBox="1"/>
          <p:nvPr/>
        </p:nvSpPr>
        <p:spPr>
          <a:xfrm>
            <a:off x="8898577" y="5173020"/>
            <a:ext cx="2753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Item Revision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의 프로젝트 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Lists</a:t>
            </a:r>
            <a:endParaRPr lang="ko-KR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C56C4D-EE60-437D-B60B-C7D9C41DC3EB}"/>
              </a:ext>
            </a:extLst>
          </p:cNvPr>
          <p:cNvGrpSpPr/>
          <p:nvPr/>
        </p:nvGrpSpPr>
        <p:grpSpPr>
          <a:xfrm>
            <a:off x="0" y="587088"/>
            <a:ext cx="12192000" cy="56026"/>
            <a:chOff x="0" y="587088"/>
            <a:chExt cx="12192000" cy="56026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1608A92-06C1-4B00-A3CE-FC0E49EF5DCB}"/>
                </a:ext>
              </a:extLst>
            </p:cNvPr>
            <p:cNvCxnSpPr/>
            <p:nvPr/>
          </p:nvCxnSpPr>
          <p:spPr>
            <a:xfrm>
              <a:off x="0" y="587088"/>
              <a:ext cx="121920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4B5252F4-7959-4C7E-805B-AA0077DAFE22}"/>
                </a:ext>
              </a:extLst>
            </p:cNvPr>
            <p:cNvCxnSpPr/>
            <p:nvPr/>
          </p:nvCxnSpPr>
          <p:spPr>
            <a:xfrm>
              <a:off x="0" y="643114"/>
              <a:ext cx="12192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54B73D85-B662-4C61-969F-4FDB80183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56" y="864981"/>
            <a:ext cx="5080578" cy="322678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9B89929-6FA0-4B25-BE88-A653AF5F4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537" y="864980"/>
            <a:ext cx="2146882" cy="2540477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72F832-12C2-4059-80BA-F0C5833D84DC}"/>
              </a:ext>
            </a:extLst>
          </p:cNvPr>
          <p:cNvSpPr/>
          <p:nvPr/>
        </p:nvSpPr>
        <p:spPr>
          <a:xfrm>
            <a:off x="5581385" y="1590114"/>
            <a:ext cx="1333850" cy="16043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01465DC-EF14-4532-B378-CFA97F5F88EE}"/>
              </a:ext>
            </a:extLst>
          </p:cNvPr>
          <p:cNvSpPr/>
          <p:nvPr/>
        </p:nvSpPr>
        <p:spPr>
          <a:xfrm>
            <a:off x="5102973" y="3554728"/>
            <a:ext cx="193858" cy="218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10E6E46-80C4-46B8-A4D1-D975695D8398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5199902" y="1750548"/>
            <a:ext cx="435633" cy="1804180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FC597AD-DE1E-41A3-B892-BAD25478EE49}"/>
              </a:ext>
            </a:extLst>
          </p:cNvPr>
          <p:cNvSpPr txBox="1"/>
          <p:nvPr/>
        </p:nvSpPr>
        <p:spPr>
          <a:xfrm>
            <a:off x="293855" y="2192475"/>
            <a:ext cx="4622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NX Manager</a:t>
            </a:r>
            <a:r>
              <a:rPr lang="ko-KR" altLang="en-US" b="1" dirty="0"/>
              <a:t>모드에서 </a:t>
            </a:r>
            <a:r>
              <a:rPr lang="en-US" altLang="ko-KR" b="1" dirty="0" err="1"/>
              <a:t>SaveAs</a:t>
            </a:r>
            <a:r>
              <a:rPr lang="en-US" altLang="ko-KR" b="1" dirty="0"/>
              <a:t> </a:t>
            </a:r>
            <a:r>
              <a:rPr lang="ko-KR" altLang="en-US" b="1" dirty="0"/>
              <a:t>파트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83113D2-C985-4227-B9B7-4B6455F7E47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386" t="44882" r="48874" b="34196"/>
          <a:stretch/>
        </p:blipFill>
        <p:spPr>
          <a:xfrm>
            <a:off x="499689" y="4234921"/>
            <a:ext cx="3354546" cy="14348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127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5185729-5A85-4515-AA33-AE00EB782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812" y="1460767"/>
            <a:ext cx="3786319" cy="37602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8641BE0-3063-46C7-AB31-314D0B98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112" y="1460767"/>
            <a:ext cx="4064764" cy="30843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19BBC2-D01B-435C-AEE4-8404897F651A}"/>
              </a:ext>
            </a:extLst>
          </p:cNvPr>
          <p:cNvSpPr txBox="1"/>
          <p:nvPr/>
        </p:nvSpPr>
        <p:spPr>
          <a:xfrm>
            <a:off x="226504" y="217756"/>
            <a:ext cx="11123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NX Manager</a:t>
            </a:r>
            <a:r>
              <a:rPr lang="ko-KR" altLang="en-US" b="1" dirty="0">
                <a:solidFill>
                  <a:srgbClr val="0000FF"/>
                </a:solidFill>
              </a:rPr>
              <a:t>모드에서 </a:t>
            </a:r>
            <a:r>
              <a:rPr lang="en-US" altLang="ko-KR" b="1" dirty="0" err="1">
                <a:solidFill>
                  <a:srgbClr val="0000FF"/>
                </a:solidFill>
              </a:rPr>
              <a:t>SaveAs</a:t>
            </a:r>
            <a:r>
              <a:rPr lang="ko-KR" altLang="en-US" b="1" dirty="0">
                <a:solidFill>
                  <a:srgbClr val="0000FF"/>
                </a:solidFill>
              </a:rPr>
              <a:t>시 원본 파트 </a:t>
            </a:r>
            <a:r>
              <a:rPr lang="ko-KR" altLang="en-US" b="1" dirty="0" err="1">
                <a:solidFill>
                  <a:srgbClr val="0000FF"/>
                </a:solidFill>
              </a:rPr>
              <a:t>리비젼의</a:t>
            </a:r>
            <a:r>
              <a:rPr lang="ko-KR" altLang="en-US" b="1" dirty="0">
                <a:solidFill>
                  <a:srgbClr val="0000FF"/>
                </a:solidFill>
              </a:rPr>
              <a:t> 프로젝트 리스트가 변경되는 현상 </a:t>
            </a:r>
            <a:r>
              <a:rPr lang="en-US" altLang="ko-KR" b="1" dirty="0">
                <a:solidFill>
                  <a:srgbClr val="0000FF"/>
                </a:solidFill>
              </a:rPr>
              <a:t>TEST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1FC98-432B-4868-A552-097F0CB106F7}"/>
              </a:ext>
            </a:extLst>
          </p:cNvPr>
          <p:cNvSpPr txBox="1"/>
          <p:nvPr/>
        </p:nvSpPr>
        <p:spPr>
          <a:xfrm>
            <a:off x="4628552" y="2695167"/>
            <a:ext cx="2135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Item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의 프로젝트 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Lists</a:t>
            </a:r>
            <a:endParaRPr lang="ko-KR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CA79F5-B87B-4CFF-887B-A977BCF41BDD}"/>
              </a:ext>
            </a:extLst>
          </p:cNvPr>
          <p:cNvSpPr txBox="1"/>
          <p:nvPr/>
        </p:nvSpPr>
        <p:spPr>
          <a:xfrm>
            <a:off x="8132698" y="2849055"/>
            <a:ext cx="2753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Item Revision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의 프로젝트 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Lists</a:t>
            </a:r>
            <a:endParaRPr lang="ko-KR" alt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CC56C4D-EE60-437D-B60B-C7D9C41DC3EB}"/>
              </a:ext>
            </a:extLst>
          </p:cNvPr>
          <p:cNvGrpSpPr/>
          <p:nvPr/>
        </p:nvGrpSpPr>
        <p:grpSpPr>
          <a:xfrm>
            <a:off x="0" y="587088"/>
            <a:ext cx="12192000" cy="56026"/>
            <a:chOff x="0" y="587088"/>
            <a:chExt cx="12192000" cy="56026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1608A92-06C1-4B00-A3CE-FC0E49EF5DCB}"/>
                </a:ext>
              </a:extLst>
            </p:cNvPr>
            <p:cNvCxnSpPr/>
            <p:nvPr/>
          </p:nvCxnSpPr>
          <p:spPr>
            <a:xfrm>
              <a:off x="0" y="587088"/>
              <a:ext cx="12192000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4B5252F4-7959-4C7E-805B-AA0077DAFE22}"/>
                </a:ext>
              </a:extLst>
            </p:cNvPr>
            <p:cNvCxnSpPr/>
            <p:nvPr/>
          </p:nvCxnSpPr>
          <p:spPr>
            <a:xfrm>
              <a:off x="0" y="643114"/>
              <a:ext cx="12192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FC597AD-DE1E-41A3-B892-BAD25478EE49}"/>
              </a:ext>
            </a:extLst>
          </p:cNvPr>
          <p:cNvSpPr txBox="1"/>
          <p:nvPr/>
        </p:nvSpPr>
        <p:spPr>
          <a:xfrm>
            <a:off x="293855" y="929068"/>
            <a:ext cx="1160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원본 </a:t>
            </a:r>
            <a:r>
              <a:rPr lang="en-US" altLang="ko-KR" b="1" dirty="0"/>
              <a:t>Item, Revision</a:t>
            </a:r>
            <a:r>
              <a:rPr lang="ko-KR" altLang="en-US" b="1" dirty="0"/>
              <a:t>의 할당 프로젝트 </a:t>
            </a:r>
            <a:r>
              <a:rPr lang="en-US" altLang="ko-KR" b="1" dirty="0"/>
              <a:t>Lists</a:t>
            </a:r>
            <a:r>
              <a:rPr lang="ko-KR" altLang="en-US" b="1" dirty="0"/>
              <a:t>내용 확인 </a:t>
            </a:r>
            <a:r>
              <a:rPr lang="en-US" altLang="ko-KR" b="1" dirty="0"/>
              <a:t>(</a:t>
            </a:r>
            <a:r>
              <a:rPr lang="ko-KR" altLang="en-US" b="1" dirty="0"/>
              <a:t>새로 고침 후 확인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39E8FD-97E4-41A9-B268-543D73963D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834" t="44519" r="57111" b="21769"/>
          <a:stretch/>
        </p:blipFill>
        <p:spPr>
          <a:xfrm>
            <a:off x="466529" y="1460767"/>
            <a:ext cx="2705879" cy="23119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576DED1-ABCE-4A94-AD0F-092D810AFEB9}"/>
              </a:ext>
            </a:extLst>
          </p:cNvPr>
          <p:cNvSpPr txBox="1"/>
          <p:nvPr/>
        </p:nvSpPr>
        <p:spPr>
          <a:xfrm>
            <a:off x="5757400" y="1900211"/>
            <a:ext cx="1697759" cy="338554"/>
          </a:xfrm>
          <a:prstGeom prst="rect">
            <a:avLst/>
          </a:prstGeom>
          <a:noFill/>
          <a:ln w="38100" cmpd="dbl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FF"/>
                </a:solidFill>
              </a:rPr>
              <a:t>정상 </a:t>
            </a:r>
            <a:r>
              <a:rPr lang="en-US" altLang="ko-KR" sz="1600" b="1" dirty="0">
                <a:solidFill>
                  <a:srgbClr val="0000FF"/>
                </a:solidFill>
              </a:rPr>
              <a:t>: </a:t>
            </a:r>
            <a:r>
              <a:rPr lang="ko-KR" altLang="en-US" sz="1600" b="1" dirty="0" err="1">
                <a:solidFill>
                  <a:srgbClr val="0000FF"/>
                </a:solidFill>
              </a:rPr>
              <a:t>변화없음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944C3A-7E4D-4786-B73F-64DC3EB9FD1A}"/>
              </a:ext>
            </a:extLst>
          </p:cNvPr>
          <p:cNvSpPr txBox="1"/>
          <p:nvPr/>
        </p:nvSpPr>
        <p:spPr>
          <a:xfrm>
            <a:off x="9652546" y="1900211"/>
            <a:ext cx="1697759" cy="338554"/>
          </a:xfrm>
          <a:prstGeom prst="rect">
            <a:avLst/>
          </a:prstGeom>
          <a:noFill/>
          <a:ln w="38100" cmpd="dbl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FF"/>
                </a:solidFill>
              </a:rPr>
              <a:t>정상 </a:t>
            </a:r>
            <a:r>
              <a:rPr lang="en-US" altLang="ko-KR" sz="1600" b="1" dirty="0">
                <a:solidFill>
                  <a:srgbClr val="0000FF"/>
                </a:solidFill>
              </a:rPr>
              <a:t>: </a:t>
            </a:r>
            <a:r>
              <a:rPr lang="ko-KR" altLang="en-US" sz="1600" b="1" dirty="0" err="1">
                <a:solidFill>
                  <a:srgbClr val="0000FF"/>
                </a:solidFill>
              </a:rPr>
              <a:t>변화없음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63F081-AC98-4539-9C89-FCF64AD55C47}"/>
              </a:ext>
            </a:extLst>
          </p:cNvPr>
          <p:cNvSpPr txBox="1"/>
          <p:nvPr/>
        </p:nvSpPr>
        <p:spPr>
          <a:xfrm>
            <a:off x="293855" y="5513633"/>
            <a:ext cx="11604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문제점 </a:t>
            </a:r>
            <a:r>
              <a:rPr lang="en-US" altLang="ko-KR" b="1" dirty="0"/>
              <a:t>: </a:t>
            </a:r>
            <a:r>
              <a:rPr lang="ko-KR" altLang="en-US" b="1" dirty="0">
                <a:solidFill>
                  <a:srgbClr val="0000FF"/>
                </a:solidFill>
              </a:rPr>
              <a:t>현재 한화시스템에서 구축한 </a:t>
            </a:r>
            <a:r>
              <a:rPr lang="en-US" altLang="ko-KR" b="1" dirty="0">
                <a:solidFill>
                  <a:srgbClr val="0000FF"/>
                </a:solidFill>
              </a:rPr>
              <a:t>Teamcenter</a:t>
            </a:r>
            <a:r>
              <a:rPr lang="ko-KR" altLang="en-US" b="1" dirty="0">
                <a:solidFill>
                  <a:srgbClr val="0000FF"/>
                </a:solidFill>
              </a:rPr>
              <a:t>환경이 운영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>
                <a:solidFill>
                  <a:srgbClr val="0000FF"/>
                </a:solidFill>
              </a:rPr>
              <a:t>개발에서 </a:t>
            </a:r>
            <a:r>
              <a:rPr lang="en-US" altLang="ko-KR" b="1" dirty="0">
                <a:solidFill>
                  <a:srgbClr val="0000FF"/>
                </a:solidFill>
              </a:rPr>
              <a:t>OOTB</a:t>
            </a:r>
            <a:r>
              <a:rPr lang="ko-KR" altLang="en-US" b="1" dirty="0">
                <a:solidFill>
                  <a:srgbClr val="0000FF"/>
                </a:solidFill>
              </a:rPr>
              <a:t>방식으로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           </a:t>
            </a:r>
            <a:r>
              <a:rPr lang="ko-KR" altLang="en-US" b="1" dirty="0">
                <a:solidFill>
                  <a:srgbClr val="0000FF"/>
                </a:solidFill>
              </a:rPr>
              <a:t>동일하게 </a:t>
            </a:r>
            <a:r>
              <a:rPr lang="en-US" altLang="ko-KR" b="1" dirty="0">
                <a:solidFill>
                  <a:srgbClr val="0000FF"/>
                </a:solidFill>
              </a:rPr>
              <a:t>Test</a:t>
            </a:r>
            <a:r>
              <a:rPr lang="ko-KR" altLang="en-US" b="1" dirty="0">
                <a:solidFill>
                  <a:srgbClr val="0000FF"/>
                </a:solidFill>
              </a:rPr>
              <a:t>한 결과 위 과정과 동일하게 진행하였을 경우 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/>
              <a:t>          </a:t>
            </a:r>
            <a:r>
              <a:rPr lang="en-US" altLang="ko-KR" b="1" dirty="0">
                <a:solidFill>
                  <a:srgbClr val="FF0000"/>
                </a:solidFill>
              </a:rPr>
              <a:t>‘</a:t>
            </a:r>
            <a:r>
              <a:rPr lang="ko-KR" altLang="en-US" b="1" dirty="0">
                <a:solidFill>
                  <a:srgbClr val="FF0000"/>
                </a:solidFill>
              </a:rPr>
              <a:t>원본 </a:t>
            </a:r>
            <a:r>
              <a:rPr lang="en-US" altLang="ko-KR" b="1" dirty="0">
                <a:solidFill>
                  <a:srgbClr val="FF0000"/>
                </a:solidFill>
              </a:rPr>
              <a:t>Item Revision</a:t>
            </a:r>
            <a:r>
              <a:rPr lang="ko-KR" altLang="en-US" b="1" dirty="0">
                <a:solidFill>
                  <a:srgbClr val="FF0000"/>
                </a:solidFill>
              </a:rPr>
              <a:t>의 프로젝트 </a:t>
            </a:r>
            <a:r>
              <a:rPr lang="en-US" altLang="ko-KR" b="1" dirty="0">
                <a:solidFill>
                  <a:srgbClr val="FF0000"/>
                </a:solidFill>
              </a:rPr>
              <a:t>List</a:t>
            </a:r>
            <a:r>
              <a:rPr lang="ko-KR" altLang="en-US" b="1" dirty="0">
                <a:solidFill>
                  <a:srgbClr val="FF0000"/>
                </a:solidFill>
              </a:rPr>
              <a:t>에 </a:t>
            </a:r>
            <a:r>
              <a:rPr lang="en-US" altLang="ko-KR" b="1" dirty="0">
                <a:solidFill>
                  <a:srgbClr val="FF0000"/>
                </a:solidFill>
              </a:rPr>
              <a:t>Save As</a:t>
            </a:r>
            <a:r>
              <a:rPr lang="ko-KR" altLang="en-US" b="1" dirty="0">
                <a:solidFill>
                  <a:srgbClr val="FF0000"/>
                </a:solidFill>
              </a:rPr>
              <a:t>한 </a:t>
            </a:r>
            <a:r>
              <a:rPr lang="en-US" altLang="ko-KR" b="1" dirty="0">
                <a:solidFill>
                  <a:srgbClr val="FF0000"/>
                </a:solidFill>
              </a:rPr>
              <a:t>Item</a:t>
            </a:r>
            <a:r>
              <a:rPr lang="ko-KR" altLang="en-US" b="1" dirty="0">
                <a:solidFill>
                  <a:srgbClr val="FF0000"/>
                </a:solidFill>
              </a:rPr>
              <a:t>의 할당 프로젝트가 추가 되어 나타남</a:t>
            </a:r>
            <a:r>
              <a:rPr lang="en-US" altLang="ko-KR" b="1" dirty="0">
                <a:solidFill>
                  <a:srgbClr val="FF0000"/>
                </a:solidFill>
              </a:rPr>
              <a:t>’!!!</a:t>
            </a:r>
            <a:r>
              <a:rPr lang="ko-KR" alt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5221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144</Words>
  <Application>Microsoft Office PowerPoint</Application>
  <PresentationFormat>와이드스크린</PresentationFormat>
  <Paragraphs>19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oneonly</dc:creator>
  <cp:lastModifiedBy>oneonly</cp:lastModifiedBy>
  <cp:revision>4</cp:revision>
  <dcterms:created xsi:type="dcterms:W3CDTF">2025-01-28T04:56:40Z</dcterms:created>
  <dcterms:modified xsi:type="dcterms:W3CDTF">2025-01-28T05:26:02Z</dcterms:modified>
</cp:coreProperties>
</file>